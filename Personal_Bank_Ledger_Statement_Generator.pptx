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" y="804672"/>
            <a:ext cx="91440" cy="4526280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5568" y="804672"/>
            <a:ext cx="1965960" cy="292608"/>
          </a:xfrm>
          <a:prstGeom prst="roundRect">
            <a:avLst/>
          </a:prstGeom>
          <a:solidFill>
            <a:srgbClr val="223852"/>
          </a:solidFill>
          <a:ln w="10160">
            <a:solidFill>
              <a:srgbClr val="22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818388"/>
            <a:ext cx="1892807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DED4"/>
                </a:solidFill>
                <a:latin typeface="Aptos"/>
              </a:rPr>
              <a:t>JAVA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417320"/>
            <a:ext cx="987552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Personal Bank Ledger
Statement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246120"/>
            <a:ext cx="89611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EDCE8"/>
                </a:solidFill>
                <a:latin typeface="Aptos"/>
              </a:rPr>
              <a:t>A simple, structured way to record transactions and generate statements.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3977639"/>
            <a:ext cx="3246120" cy="1417320"/>
          </a:xfrm>
          <a:prstGeom prst="roundRect">
            <a:avLst/>
          </a:prstGeom>
          <a:solidFill>
            <a:srgbClr val="1F344E"/>
          </a:solidFill>
          <a:ln w="10160">
            <a:solidFill>
              <a:srgbClr val="3A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4187952"/>
            <a:ext cx="2651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4BED0"/>
                </a:solidFill>
                <a:latin typeface="Aptos"/>
              </a:rPr>
              <a:t>ACCOUNT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4498848"/>
            <a:ext cx="2651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₹ 24,850.00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4937760"/>
            <a:ext cx="2651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4DCD2"/>
                </a:solidFill>
                <a:latin typeface="Aptos"/>
              </a:rPr>
              <a:t>Available balance  •  Sample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617720"/>
            <a:ext cx="53035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K. Rithwik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5047488"/>
            <a:ext cx="5303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EDCE8"/>
                </a:solidFill>
                <a:latin typeface="Aptos"/>
              </a:rPr>
              <a:t>Roll No. 2620040124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6236208"/>
            <a:ext cx="49377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4BED0"/>
                </a:solidFill>
                <a:latin typeface="Aptos"/>
              </a:rPr>
              <a:t>PROBLEM SOLVING USING PROGRAMMING (JAVA)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236208"/>
            <a:ext cx="731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4BED0"/>
                </a:solidFill>
                <a:latin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Abstract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53312"/>
            <a:ext cx="64465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33D"/>
                </a:solidFill>
                <a:latin typeface="Aptos"/>
              </a:rPr>
              <a:t>A lightweight Java application for personal finance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48256"/>
            <a:ext cx="640080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C3848"/>
                </a:solidFill>
                <a:latin typeface="Aptos"/>
              </a:rPr>
              <a:t>Records deposits and withdrawals, calculates balances, and generates clear account statements using core Java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389888"/>
            <a:ext cx="379476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1389888"/>
            <a:ext cx="64008" cy="1124712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536192"/>
            <a:ext cx="34472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920240"/>
            <a:ext cx="3429000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Date • Description • Type • Amount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688336"/>
            <a:ext cx="379476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688336"/>
            <a:ext cx="64008" cy="1124712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2834640"/>
            <a:ext cx="34472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218688"/>
            <a:ext cx="3429000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Validate, store, sort and summarize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986784"/>
            <a:ext cx="379476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3986784"/>
            <a:ext cx="64008" cy="1124712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4133088"/>
            <a:ext cx="344728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4517136"/>
            <a:ext cx="3429000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Ledger view • Balance • Statement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3675887"/>
            <a:ext cx="1600200" cy="292608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89603"/>
            <a:ext cx="152704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PROJECT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114800"/>
            <a:ext cx="60807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8B85"/>
                </a:solidFill>
                <a:latin typeface="Aptos"/>
              </a:rPr>
              <a:t>Keep transactions organized, calculations accurate, and statements easy to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23560"/>
            <a:ext cx="6080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Sample figures are illustrative only.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106070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33D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103327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C3848"/>
                </a:solidFill>
                <a:latin typeface="Aptos"/>
              </a:rPr>
              <a:t>Manual records are hard to search and summarize. A ledger tool keeps transactions organized and balances easy to verify.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88920"/>
            <a:ext cx="340156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788920"/>
            <a:ext cx="64008" cy="1508760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935224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01 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19272"/>
            <a:ext cx="303580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Record deposits and withdrawals with date, details and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788920"/>
            <a:ext cx="340156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788920"/>
            <a:ext cx="64008" cy="1508760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935224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02  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319272"/>
            <a:ext cx="303580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Update and display the running balance.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2788920"/>
            <a:ext cx="340156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788920"/>
            <a:ext cx="64008" cy="1508760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935224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03 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19272"/>
            <a:ext cx="3035808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Show transaction history and generate statements.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681728"/>
            <a:ext cx="10680192" cy="960120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901184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PROJECT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46320"/>
            <a:ext cx="822960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D"/>
                </a:solidFill>
                <a:latin typeface="Aptos"/>
              </a:rPr>
              <a:t>Build a menu-driven Java program with validation and file storage.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1 — Problem Solving &amp; Java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Java variables, expressions and console input to solve the ledger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Transaction date, description, type and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Read → validate → process → display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Java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Primitive types, operators, Scanner and formatted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CO1: Analyze a problem and implement its algorithm in Java.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2 — Control Flow: Selection &amp; Iteration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decisions and loops for menus and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Add transaction • View ledger • Generate statement •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Select deposit or withdrawal; reject invalid amounts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Repeat menu until the user chooses to exit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CO2: Apply selection and iteration constructs.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3 — Methods, Recursion &amp; Arrays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reusable methods to process transaction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addTransaction(), calculateBalance(), printStatement()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Arrays /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Store and traverse transaction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Count entries, total deposits and total withdrawals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CO3: Modularize code and process arrays or lists.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4 — Object-Oriented Design &amp; Exceptions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Model transactions with classes and handle invalid operations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Transaction and BankLedger model the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Encapsulation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Keep fields private; expose safe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Exceptions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Handle invalid input and file errors gracefully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CO4: Apply OOP concepts and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5 — Strings, Algorithms &amp; File I/O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Validate text and save records for later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String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Trim descriptions; validate dates and transaction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Search records and sort by transaction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File I/O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Read and write ledger records using Files /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CO5: Process strings, use algorithms and store data in files.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6 — Collections, Lambdas &amp; 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collections and streams to filter and summarize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Collections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ArrayList for ordered entries; Map for summaries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Stream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Filter by date/type, sort and collect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Count transactions and aggregate deposits / withdrawals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CO6: Use collections, lambdas and streams to process data.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5836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4233D"/>
                </a:solidFill>
                <a:latin typeface="Aptos"/>
              </a:rPr>
              <a:t>A practical Java application built from core concepts.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64922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C3848"/>
                </a:solidFill>
                <a:latin typeface="Aptos"/>
              </a:rPr>
              <a:t>The application organizes transactions and generates statements using Java fundamentals, control flow, methods, OOP, file handling and collections.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1417320"/>
            <a:ext cx="64008" cy="10241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563624"/>
            <a:ext cx="3419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947672"/>
            <a:ext cx="3401568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Validate entries and handle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615184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615184"/>
            <a:ext cx="64008" cy="102412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2761488"/>
            <a:ext cx="3419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CLARITY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145536"/>
            <a:ext cx="3401568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Show transactions and balance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813048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3813048"/>
            <a:ext cx="64008" cy="1024128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3959352"/>
            <a:ext cx="3419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EXTENSIBILITY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4343400"/>
            <a:ext cx="3401568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Add search, date filters and export options.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67328"/>
            <a:ext cx="6355080" cy="1170432"/>
          </a:xfrm>
          <a:prstGeom prst="roundRect">
            <a:avLst/>
          </a:prstGeom>
          <a:solidFill>
            <a:srgbClr val="14233D"/>
          </a:solidFill>
          <a:ln w="1016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023360"/>
            <a:ext cx="58064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Test with sample transactions and verify balances.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687568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8B85"/>
                </a:solidFill>
                <a:latin typeface="Aptos"/>
              </a:rPr>
              <a:t>Every balance should match the transaction history.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b="1">
                <a:solidFill>
                  <a:srgbClr val="50AAFF"/>
                </a:solidFill>
              </a:rPr>
              <a:t>Program Output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4183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>
                <a:solidFill>
                  <a:srgbClr val="BEC8D7"/>
                </a:solidFill>
              </a:defRPr>
            </a:pPr>
            <a:r>
              <a:t>Actual console output: menu, deposit, withdrawal, and transaction flow.</a:t>
            </a:r>
          </a:p>
        </p:txBody>
      </p:sp>
      <p:pic>
        <p:nvPicPr>
          <p:cNvPr id="11" name="Picture 10" descr="Screenshot 2026-09-21 230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91" y="1325880"/>
            <a:ext cx="5335336" cy="2267712"/>
          </a:xfrm>
          <a:prstGeom prst="rect">
            <a:avLst/>
          </a:prstGeom>
        </p:spPr>
      </p:pic>
      <p:pic>
        <p:nvPicPr>
          <p:cNvPr id="12" name="Picture 11" descr="Screenshot 2026-09-21 2306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75850"/>
            <a:ext cx="5440679" cy="2167770"/>
          </a:xfrm>
          <a:prstGeom prst="rect">
            <a:avLst/>
          </a:prstGeom>
        </p:spPr>
      </p:pic>
      <p:pic>
        <p:nvPicPr>
          <p:cNvPr id="13" name="Picture 12" descr="Screenshot 2026-09-21 2306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182" y="3977639"/>
            <a:ext cx="2892154" cy="2267712"/>
          </a:xfrm>
          <a:prstGeom prst="rect">
            <a:avLst/>
          </a:prstGeom>
        </p:spPr>
      </p:pic>
      <p:pic>
        <p:nvPicPr>
          <p:cNvPr id="14" name="Picture 13" descr="Screenshot 2026-09-21 2306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97" y="3977639"/>
            <a:ext cx="4318101" cy="226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1024128"/>
            <a:ext cx="658368" cy="36576"/>
          </a:xfrm>
          <a:prstGeom prst="rect">
            <a:avLst/>
          </a:prstGeom>
          <a:solidFill>
            <a:srgbClr val="E1A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hank You Title"/>
          <p:cNvSpPr txBox="1"/>
          <p:nvPr/>
        </p:nvSpPr>
        <p:spPr>
          <a:xfrm>
            <a:off x="1645920" y="1874519"/>
            <a:ext cx="8961120" cy="10515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182742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hank You Subtitle"/>
          <p:cNvSpPr txBox="1"/>
          <p:nvPr/>
        </p:nvSpPr>
        <p:spPr>
          <a:xfrm>
            <a:off x="1682496" y="2907792"/>
            <a:ext cx="89611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F8B84"/>
                </a:solidFill>
                <a:latin typeface="Aptos"/>
              </a:rPr>
              <a:t>Personal Bank Ledger Statement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2496" y="3703320"/>
            <a:ext cx="1325880" cy="54864"/>
          </a:xfrm>
          <a:prstGeom prst="rect">
            <a:avLst/>
          </a:prstGeom>
          <a:solidFill>
            <a:srgbClr val="E1A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hank You Note"/>
          <p:cNvSpPr txBox="1"/>
          <p:nvPr/>
        </p:nvSpPr>
        <p:spPr>
          <a:xfrm>
            <a:off x="1682496" y="4041648"/>
            <a:ext cx="813816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26379"/>
                </a:solidFill>
                <a:latin typeface="Aptos"/>
              </a:rPr>
              <a:t>Thank you for your time and attention.</a:t>
            </a:r>
          </a:p>
        </p:txBody>
      </p:sp>
      <p:sp>
        <p:nvSpPr>
          <p:cNvPr id="8" name="Student Name"/>
          <p:cNvSpPr txBox="1"/>
          <p:nvPr/>
        </p:nvSpPr>
        <p:spPr>
          <a:xfrm>
            <a:off x="1682496" y="4892040"/>
            <a:ext cx="81381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82742"/>
                </a:solidFill>
                <a:latin typeface="Aptos"/>
              </a:rPr>
              <a:t>K. Rithwik  •  Roll No. 2620040124</a:t>
            </a:r>
          </a:p>
        </p:txBody>
      </p:sp>
      <p:sp>
        <p:nvSpPr>
          <p:cNvPr id="9" name="Footer Course"/>
          <p:cNvSpPr txBox="1"/>
          <p:nvPr/>
        </p:nvSpPr>
        <p:spPr>
          <a:xfrm>
            <a:off x="658368" y="6510528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F8196"/>
                </a:solidFill>
                <a:latin typeface="Aptos"/>
              </a:rPr>
              <a:t>PROBLEM SOLVING USING PROGRAMMING (JAVA)</a:t>
            </a:r>
          </a:p>
        </p:txBody>
      </p:sp>
      <p:sp>
        <p:nvSpPr>
          <p:cNvPr id="10" name="Footer Number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1F8B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